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R Analytics Dashboard">
            <a:extLst>
              <a:ext uri="{FF2B5EF4-FFF2-40B4-BE49-F238E27FC236}">
                <a16:creationId xmlns:a16="http://schemas.microsoft.com/office/drawing/2014/main" id="{BB80B7E3-3748-43FE-899D-E5C4CDB02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5" y="0"/>
            <a:ext cx="12044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 J</cp:lastModifiedBy>
  <cp:revision>1</cp:revision>
  <dcterms:created xsi:type="dcterms:W3CDTF">2025-07-13T13:53:46Z</dcterms:created>
  <dcterms:modified xsi:type="dcterms:W3CDTF">2026-06-29T21:51:26Z</dcterms:modified>
</cp:coreProperties>
</file>